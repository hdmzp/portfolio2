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업무 자동화 프로그램 4종 소개 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실적 분석 프로그램 2종: Daily 실적 분석, 오감쇼 실적 분석·보고멘트.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3050 캠페인 운영현황 분석과 월간 운영현황 보고 자동 생성.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FA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집계 · 보고 업무의 프로그램화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6916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자동화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4종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손으로 하던 실적 집계와 보고서 작성을 4개 프로그램으로 대체해, 수치 확인 대신 판단과 전략에 시간을 쓰는 환경을 만들었습니다.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4480560"/>
            <a:ext cx="1723644" cy="347472"/>
          </a:xfrm>
          <a:prstGeom prst="roundRect">
            <a:avLst>
              <a:gd name="adj" fmla="val 50000"/>
            </a:avLst>
          </a:prstGeom>
          <a:solidFill>
            <a:srgbClr val="18294F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80560"/>
            <a:ext cx="1723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 실적 분석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11196" y="4480560"/>
            <a:ext cx="1476756" cy="347472"/>
          </a:xfrm>
          <a:prstGeom prst="roundRect">
            <a:avLst>
              <a:gd name="adj" fmla="val 50000"/>
            </a:avLst>
          </a:prstGeom>
          <a:solidFill>
            <a:srgbClr val="18294F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11196" y="4480560"/>
            <a:ext cx="1476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오감쇼 실적 분석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974336"/>
            <a:ext cx="1723644" cy="347472"/>
          </a:xfrm>
          <a:prstGeom prst="roundRect">
            <a:avLst>
              <a:gd name="adj" fmla="val 50000"/>
            </a:avLst>
          </a:prstGeom>
          <a:solidFill>
            <a:srgbClr val="18294F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74336"/>
            <a:ext cx="1723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3050 캠페인 분석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11196" y="4974336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18294F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1196" y="497433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보고 생성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463040"/>
            <a:ext cx="6949440" cy="4440936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73952" y="1572768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611112" y="1572768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48272" y="1572768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755648"/>
            <a:ext cx="6949440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463040"/>
            <a:ext cx="6949440" cy="4440936"/>
          </a:xfrm>
          <a:prstGeom prst="roundRect">
            <a:avLst>
              <a:gd name="adj" fmla="val 1441"/>
            </a:avLst>
          </a:prstGeom>
          <a:ln w="12700">
            <a:solidFill>
              <a:srgbClr val="18294F"/>
            </a:solidFill>
            <a:prstDash val="solid"/>
          </a:ln>
        </p:spPr>
      </p:sp>
      <p:pic>
        <p:nvPicPr>
          <p:cNvPr id="20" name="Image 0" descr="/home/user/portfolio2/images/auto-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1773936"/>
            <a:ext cx="6784848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38912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3891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분석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분석 프로그램 2종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5413248" cy="314553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591056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591056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1591056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773936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1" name="Image 0" descr="/home/user/portfolio2/images/auto-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92224"/>
            <a:ext cx="4608576" cy="274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48280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식품사업부 Daily 실적 분석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6928" y="525780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" y="5175504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자동 탐지로 접수 · 방송 · 미리주문 KPI를 다차원 집계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" y="567842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5596128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고효율 TOP5 · 매출 TOP10 브랜드 · 저효율 경고 목록 자동 선별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" y="609904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" y="6016752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로직을 코드로 고정해 사업부 실적 지표 기준 통일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08776" y="1481328"/>
            <a:ext cx="5413248" cy="314553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73368" y="1591056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0528" y="1591056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647688" y="1591056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Shape 19"/>
          <p:cNvSpPr/>
          <p:nvPr/>
        </p:nvSpPr>
        <p:spPr>
          <a:xfrm>
            <a:off x="6208776" y="1773936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24" name="Image 1" descr="/home/user/portfolio2/images/auto-ogams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628" y="1792224"/>
            <a:ext cx="3209544" cy="2743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08776" y="48280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오감쇼 실적 분석 · 보고멘트 자동화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208776" y="525780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6391656" y="5175504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· 전년 동기간 비교와 3단계로 펼쳐보는 실적 표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208776" y="567842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4"/>
          <p:cNvSpPr/>
          <p:nvPr/>
        </p:nvSpPr>
        <p:spPr>
          <a:xfrm>
            <a:off x="6391656" y="5596128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방송 보고 멘트 자동 생성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08776" y="609904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6"/>
          <p:cNvSpPr/>
          <p:nvPr/>
        </p:nvSpPr>
        <p:spPr>
          <a:xfrm>
            <a:off x="6391656" y="6016752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지표 오류 차단, 보고서 작성 시간 대폭 단축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38912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3891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· 보고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분석과 보고 자동화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5413248" cy="314553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591056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591056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1591056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773936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pic>
        <p:nvPicPr>
          <p:cNvPr id="11" name="Image 0" descr="/home/user/portfolio2/images/campaign-3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792224"/>
            <a:ext cx="3950208" cy="274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48280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3050 캠페인 운영현황 분석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6928" y="525780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" y="5175504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누적 · 월 비교 · 월별 추이 3개 화면을 즉시 생성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" y="567842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5596128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누락 방송만 골라 보정 → 왜곡 없는 저효율 PGM 현황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" y="609904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" y="6016752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복사 · 보고 문구 출력으로 부서 간 빠른 공유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08776" y="1481328"/>
            <a:ext cx="5413248" cy="314553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7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73368" y="1591056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0528" y="1591056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18"/>
          <p:cNvSpPr/>
          <p:nvPr/>
        </p:nvSpPr>
        <p:spPr>
          <a:xfrm>
            <a:off x="6647688" y="1591056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Shape 19"/>
          <p:cNvSpPr/>
          <p:nvPr/>
        </p:nvSpPr>
        <p:spPr>
          <a:xfrm>
            <a:off x="6208776" y="1773936"/>
            <a:ext cx="5413248" cy="0"/>
          </a:xfrm>
          <a:prstGeom prst="line">
            <a:avLst/>
          </a:prstGeom>
          <a:noFill/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45352" y="2423160"/>
            <a:ext cx="1481328" cy="1554480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</p:sp>
      <p:sp>
        <p:nvSpPr>
          <p:cNvPr id="25" name="Text 21"/>
          <p:cNvSpPr/>
          <p:nvPr/>
        </p:nvSpPr>
        <p:spPr>
          <a:xfrm>
            <a:off x="6245352" y="25694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00216" y="2862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기준월 입력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336792" y="31912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월만 바꿔서 실행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854696" y="3081528"/>
            <a:ext cx="274320" cy="237744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29" name="Shape 25"/>
          <p:cNvSpPr/>
          <p:nvPr/>
        </p:nvSpPr>
        <p:spPr>
          <a:xfrm>
            <a:off x="8174736" y="2423160"/>
            <a:ext cx="1481328" cy="1554480"/>
          </a:xfrm>
          <a:prstGeom prst="roundRect">
            <a:avLst>
              <a:gd name="adj" fmla="val 5556"/>
            </a:avLst>
          </a:prstGeom>
          <a:solidFill>
            <a:srgbClr val="0F1D3F"/>
          </a:solidFill>
          <a:ln/>
        </p:spPr>
      </p:sp>
      <p:sp>
        <p:nvSpPr>
          <p:cNvPr id="30" name="Text 26"/>
          <p:cNvSpPr/>
          <p:nvPr/>
        </p:nvSpPr>
        <p:spPr>
          <a:xfrm>
            <a:off x="8174736" y="25694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A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229600" y="2862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엔진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266176" y="31912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8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고정PGM 대체 · 상생 / 조건 / 심야 · 저효율 특이사항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9784080" y="3081528"/>
            <a:ext cx="274320" cy="237744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34" name="Shape 30"/>
          <p:cNvSpPr/>
          <p:nvPr/>
        </p:nvSpPr>
        <p:spPr>
          <a:xfrm>
            <a:off x="10104120" y="2423160"/>
            <a:ext cx="1481328" cy="1554480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</p:sp>
      <p:sp>
        <p:nvSpPr>
          <p:cNvPr id="35" name="Text 31"/>
          <p:cNvSpPr/>
          <p:nvPr/>
        </p:nvSpPr>
        <p:spPr>
          <a:xfrm>
            <a:off x="10104120" y="25694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0158984" y="2862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엑셀 완성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10195560" y="31912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협력사별 운영현황 시트 자동 작성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208776" y="48280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식품사업부 월간 운영현황 보고 생성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6208776" y="525780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6"/>
          <p:cNvSpPr/>
          <p:nvPr/>
        </p:nvSpPr>
        <p:spPr>
          <a:xfrm>
            <a:off x="6391656" y="5175504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수작업으로 만들던 협력사별 월간 엑셀을 자동 작성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208776" y="567842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8"/>
          <p:cNvSpPr/>
          <p:nvPr/>
        </p:nvSpPr>
        <p:spPr>
          <a:xfrm>
            <a:off x="6391656" y="5596128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상생 · 조건방송 · 심야 등 복잡한 규칙을 코드로 판정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6208776" y="609904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0"/>
          <p:cNvSpPr/>
          <p:nvPr/>
        </p:nvSpPr>
        <p:spPr>
          <a:xfrm>
            <a:off x="6391656" y="6016752"/>
            <a:ext cx="5230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‘기준월 수정 → 실행’ 2단계 — 담당자와 무관하게 동일한 결과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2026-08-11T03:54:20Z</dcterms:created>
  <dcterms:modified xsi:type="dcterms:W3CDTF">2026-08-11T03:54:20Z</dcterms:modified>
</cp:coreProperties>
</file>