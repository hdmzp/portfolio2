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학습조직 프로젝트 공유. 10개 프로젝트를 5개 영역 + 번외로 묶어 각 1장씩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트렌드는 두 명이 각각 진행한 프로젝트를 하나의 영역으로 묶었습니다. 10번은 업무 외 사이드 프로젝트입니다.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12796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108960" cy="3108960"/>
          </a:xfrm>
          <a:prstGeom prst="ellipse">
            <a:avLst/>
          </a:prstGeom>
          <a:solidFill>
            <a:srgbClr val="D9863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영업전략담당 · AI 학습조직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학습조직</a:t>
            </a:r>
            <a:endParaRPr lang="en-US" sz="4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공유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9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학습조직원이 실무에 직접 적용한 프로젝트를 영역별로 정리했습니다.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5376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4709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108960" y="5376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영역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4709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394960" y="5376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영역별 10개 프로젝트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트렌드를 읽고, 경쟁 상황을 비교하고, 편성 정보를 모으고, 반복 업무와 품질 점검을 자동화합니다.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1F6F4"/>
          </a:solidFill>
          <a:ln w="9525">
            <a:solidFill>
              <a:srgbClr val="D9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93392"/>
            <a:ext cx="420624" cy="420624"/>
          </a:xfrm>
          <a:prstGeom prst="ellipse">
            <a:avLst/>
          </a:prstGeom>
          <a:solidFill>
            <a:srgbClr val="0F332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197510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트렌드 분석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53312" y="2231136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지금 무엇을 찾는가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523744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트렌드 인사이트 대시보드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네이버 405060 레이더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755648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1F6F4"/>
          </a:solidFill>
          <a:ln w="9525">
            <a:solidFill>
              <a:srgbClr val="D9E3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1993392"/>
            <a:ext cx="420624" cy="420624"/>
          </a:xfrm>
          <a:prstGeom prst="ellipse">
            <a:avLst/>
          </a:prstGeom>
          <a:solidFill>
            <a:srgbClr val="0F3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13448" y="197510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· 가격 분석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13448" y="2231136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구도와 가격 경쟁력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01384" y="2523744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G마켓 4사 상품 구성 비교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H몰 가격경쟁력 체커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동업계 브랜드 자동 매칭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28416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1F6F4"/>
          </a:solidFill>
          <a:ln w="9525">
            <a:solidFill>
              <a:srgbClr val="D9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566160"/>
            <a:ext cx="420624" cy="420624"/>
          </a:xfrm>
          <a:prstGeom prst="ellipse">
            <a:avLst/>
          </a:prstGeom>
          <a:solidFill>
            <a:srgbClr val="0F332B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53312" y="35478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실무 지원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53312" y="380390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판단에 필요한 정보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4096512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시청환경 조회 사이트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08776" y="3328416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1F6F4"/>
          </a:solidFill>
          <a:ln w="9525">
            <a:solidFill>
              <a:srgbClr val="D9E3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4808" y="3566160"/>
            <a:ext cx="420624" cy="420624"/>
          </a:xfrm>
          <a:prstGeom prst="ellipse">
            <a:avLst/>
          </a:prstGeom>
          <a:solidFill>
            <a:srgbClr val="0F33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13448" y="35478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· 집계 자동화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13448" y="380390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업무를 코드로 고정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01384" y="4096512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편성직무 업무 자동화 4종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Claude 바이브코딩 보고서 자동화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901184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1F6F4"/>
          </a:solidFill>
          <a:ln w="9525">
            <a:solidFill>
              <a:srgbClr val="D9E3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138928"/>
            <a:ext cx="420624" cy="420624"/>
          </a:xfrm>
          <a:prstGeom prst="ellipse">
            <a:avLst/>
          </a:prstGeom>
          <a:solidFill>
            <a:srgbClr val="0F332B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53312" y="51206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품질 점검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53312" y="5376672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사람보다 먼저 찾기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1248" y="5669280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Web QA Lite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08776" y="4901184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F1F6F4"/>
          </a:solidFill>
          <a:ln w="9525">
            <a:solidFill>
              <a:srgbClr val="D9E3D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64808" y="5138928"/>
            <a:ext cx="420624" cy="420624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번외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13448" y="51206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프로젝트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013448" y="5376672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외 학습 결과물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01384" y="5669280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해리포터 모티브 3D 웹 게임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검색 트렌드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인사이트 대시보드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데이터랩 기반 · 40~60대 핵심 고객의 검색 흐름을 읽어 선제적으로 편성·소싱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40~60대 핵심 고객이 지금 무엇을 검색·구매하는지 확인할 수단 부재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편성·소싱 의사결정이 경험과 감에 의존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상품은 리드타임을 놓치면 대응 불가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키워드 : 최근 2주 상승 키워드 TOP 20 + 10주 추이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선행 : 전년 동시즌 대비(YoY) 상승률로 소싱 후보 도출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트렌드 : 분류별 클릭 지수·모멘텀 순위 비교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심층분석 · 브랜드/상품 추천으로 소싱 후보까지 연결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연령·성별 조건 변경 시 실시간 재계산 (기본 40·50·60대 여성)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판매·마케팅·편성 액션 제안 자동 생성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패턴 기반으로 1~3개월 편성 리드타임 확보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914" y="1481328"/>
            <a:ext cx="5530291" cy="4352544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066" y="1554480"/>
            <a:ext cx="5383987" cy="4206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815584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키워드 — 상승 모멘텀 상위 랭킹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뜨는 키워드 → 시즌 선행 → 카테고리 흐름 → 심층분석 → 소싱 후보까지 하나의 흐름으로 연결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검색 트렌드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405060 레이더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405060 세대의 관심 변화를 월 단위로 읽는 트렌드 분석 대시보드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중장년 타깃의 관심사를 감이 아닌 데이터로 파악할 필요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카테고리의 '변화 시점'을 빠르게 발견하기 어려움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기획·콘텐츠 우선순위 판단 근거 부족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7월 ~ 2026년 6월 월별 분석창 구성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관심 흐름 비교·시각화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405060 타깃 관점의 지표와 변화량을 한 화면에서 확인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계절적 변화 패턴 탐색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관심도 상승 카테고리 우선순위 도출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캠페인·상품 탐색의 출발점으로 활용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단위 정기 모니터링 체계 확보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1481328"/>
            <a:ext cx="6409944" cy="3995833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6263640" cy="384952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495449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405060 여성 · 네이버 쇼핑 카테고리 레이더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관심도 흐름 + 세대별 관점으로 상품 기획·콘텐츠 우선순위를 데이터로 판단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경쟁사 · 가격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G마켓 4사 상품 구성 비교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G마켓 미니샵 기준 현대·롯데·GS샵·CJ온스타일의 상품 구성과 상품 공백 탐색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카테고리에 경쟁 상품이 몰려 있는지 파악 어려움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기회(상품 공백) 영역을 확인할 기준 부재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4사 데이터를 매번 개별 확인해야 하는 비효율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홈쇼핑사 상품 데이터 수집 및 카테고리별 정리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4사 상품 구성 병렬 비교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상품명·가격·할인 정보를 대시보드와 리포트로 제공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가격대별 상품 분포를 차트로 비교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수·가격대·할인 여부로 빠른 경쟁 스캔 가능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경쟁이 몰린 영역과 비어 있는 영역을 동시에 확인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의사결정 단순화 (소싱·상품 발굴 근거)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1481328"/>
            <a:ext cx="6409944" cy="3995833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6263640" cy="384952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495449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G마켓 미니샵 4사 비교 대시보드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4사 상품 구성을 한 화면에서 병렬 비교해 경쟁 구도와 차별화 기회를 동시에 확인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경쟁사 · 가격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H몰 가격경쟁력 체커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현대홈쇼핑 상품 기준 네이버 가격을 매칭해 최저가 여부를 판정하는 Streamlit MVP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가격경쟁력을 수기로 확인해 대응 시점이 지연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대상 상품을 매칭하는 기준이 담당자별로 상이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대응이 필요한 상품을 선별할 근거 부족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현대홈쇼핑 상품 정보 불러오기 + 비교 대상 상품 정리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매칭 → 가격 비교 → 최저가 여부 판정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기반의 가벼운 분석 UI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· 비교가격 · 판정 결과를 한 흐름으로 배치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대응이 필요한 상품을 즉시 식별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판정 결과를 바로 읽을 수 있는 화면 설계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MVP 단계 — 매칭 정확도 고도화 진행 예정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1481328"/>
            <a:ext cx="6409944" cy="3995833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6263640" cy="384952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495449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결과 화면 · UI 컨셉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매칭부터 최저가 판정까지 한 화면에서 처리해 가격 대응 대상을 빠르게 선별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경쟁사 · 가격 분석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동업계 브랜드 자동 매칭 알고리즘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· 크롤링 · 브랜드 사전을 결합해 사람이 판단하던 브랜드값을 자동 추론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데이터방송은 모니터링 인력이 없어 브랜드값이 비어 있음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라이브방송은 담당자 수기 입력에 의존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분석 때마다 그때그때 수기 처리 필요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순 4단계 매칭 : 자사 데이터 → 편성표 아카이브 → 브랜드 사전 → ML 추론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확실한 단계부터 시도하고 못 찾을 때만 AI 추론 사용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실행은 2단계 : raw.csv 교체 → 배치파일 실행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로직 개선 : 상품명 앞쪽 브랜드 우선, 표기 통일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때마다 수기 → 상시 자동 매칭 구조로 전환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 건 자동 추출 → 사전 후보 생성 → 사람은 최종 검토만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과제 : 과거 데이터 미매칭, 패션·뷰티 편향 재학습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1481328"/>
            <a:ext cx="6409944" cy="3904488"/>
          </a:xfrm>
          <a:prstGeom prst="roundRect">
            <a:avLst>
              <a:gd name="adj" fmla="val 1405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6263640" cy="375818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404104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매칭 결과 · 예측 브랜드와 판정 구분 표기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마지막 안전망 — 신뢰도 높은 방법부터 순서대로 적용해 검토 부담을 최소화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편성 실무 지원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시청환경 조회 사이트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16개 채널부터 지상파·종편 편성, 시청률, 날씨, 카드할인까지 한 화면에서 확인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편성 확인 경로가 회사마다 제각각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지상파·종편 편성, 시청률, 날씨, 카드할인이 서로 다른 루트에 분산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판단에 필요한 정보를 모으는 데만 시간 소요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16개 채널 시간대별 편성 그리드 · 카테고리 필터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PGM 편성표 · 셀럽 PGM 주차별 상품/가격 이력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지상파·종편 편성과 드라마·예능 시청률 조회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편성맵 히트맵 · 주간 랭킹 · 카드 할인 · 날씨 달력 · 방송 실적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전환만으로 흩어져 있던 시청환경 정보를 통합 조회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가공 → 반영 전 과정이 매일 자동 갱신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프로모션·고시청률 시간대를 편성 전략에 즉시 반영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1481328"/>
            <a:ext cx="6409944" cy="4111971"/>
          </a:xfrm>
          <a:prstGeom prst="roundRect">
            <a:avLst>
              <a:gd name="adj" fmla="val 1334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6263640" cy="396566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611587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홈쇼핑 16개 채널 편성 그리드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흩어져 있던 시청환경 정보를 한 화면으로 — 사람 손 없이 매일 자동 갱신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보고 · 집계 자동화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편성직무 업무 자동화 프로그램 4종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손으로 하던 실적 집계와 보고서 작성을 4개 프로그램으로 대체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루틴한 반복 집계·보고 업무에 시간 소모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기준이 담당자마다 달라 지표 해석이 흔들림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협력사 보고서는 수작업 엑셀로 작성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식품사업부 Daily 실적 분석 : 접수·방송·미리주문 KPI 다차원 집계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오감쇼 실적 분석 : 누적·전년 비교 3단계 표 + 보고 멘트 자동 생성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3050 캠페인 운영현황 분석 : 연 누적·월 비교·월별 추이 3개 화면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운영현황 보고 생성 : 기준월 입력 → 자동 판정 → 보고 엑셀 완성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로직을 코드로 고정해 사업부 실적 지표 기준 통일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고효율 TOP5 · 매출 TOP10 · 저효율 경고 자동 선별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담당자와 무관하게 동일한 결과 산출, 정량 지표 오류 차단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76088" y="1481328"/>
            <a:ext cx="6409944" cy="3866906"/>
          </a:xfrm>
          <a:prstGeom prst="roundRect">
            <a:avLst>
              <a:gd name="adj" fmla="val 1419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554480"/>
            <a:ext cx="6263640" cy="372060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366522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실적분석 프로그램 실행 화면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'기준월 수정 → 실행' 2단계로 실적 집계와 보고서 작성을 대체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보고 · 집계 자동화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바이브코딩 보고서 자동화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데이터방송 폐기율 BI리포트와 동업계 편성 분석 회의자료를 엑셀 VBA로 자동화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폐기율 리포트를 매월 수기로 재작성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4사 편성 데이터 약 9천 행을 피벗으로 수기 전사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비교까지 하면 반나절 이상 소요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폐기율 BI리포트 : 매크로 1회 실행으로 리포트 시트 자동 생성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 로직 : 초과달성 / 근접 / 미달 + 추세 4분류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TOP3 · 개선 TOP3 자동 랭킹으로 논의 대상 즉시 도출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편성 분석 : COUNTIFS 자동 표, 정규식 상품명 정제, VBA 표준화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반나절 이상 걸리던 작업을 몇 분으로 단축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전사 오타 제거, 원본 수식 연결로 검증 가능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기준월만 입력하면 실행되는 팀 배포용 매크로 확보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29387" y="1481328"/>
            <a:ext cx="3103345" cy="4352544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2539" y="1554480"/>
            <a:ext cx="2957041" cy="4206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5815584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폐기율 BI리포트 자동 생성 결과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판단하기 좋게 가공된 데이터를 받아 실무자는 결론 도출과 전략 구상에 집중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사이트 품질 점검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QA Lite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하나로 사이트를 자동 순회하며 스크린샷을 찍고, Claude AI가 오류 페이지와 오탈자를 탐지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H몰 페이지 오류·오탈자를 사람이 일일이 눌러가며 확인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프로모션·이벤트 페이지가 많아 전수 점검이 사실상 불가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발견이 늦어지면 그대로 고객 이탈로 연결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설정한 페이지 수만큼 자동 크롤링 + 페이지별 스크린샷 촬영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오류(404·빈 화면·에러 메시지), HTTP 오류, 깨진 이미지 검사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Vision으로 화면을 분석해 오탈자·이상 배치·디자인 오류 탐지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페이지별 상태코드·이미지/링크 수·발견 이슈를 표로 정리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 페이지 점검에서 이슈 페이지 2건 자동 검출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스크린샷과 이슈를 함께 보여줘 원인 확인까지 한 번에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호출을 페이지당 1회로 제한해 비용 통제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97098" y="1481328"/>
            <a:ext cx="5567924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09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0250" y="1554480"/>
            <a:ext cx="5421620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45381" y="4187952"/>
            <a:ext cx="24508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2" name="Image 1" descr="/home/claude/deck/shots/p09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533" y="4261104"/>
            <a:ext cx="2304516" cy="149961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665417" y="4187952"/>
            <a:ext cx="2451823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4" name="Image 2" descr="/home/claude/deck/shots/p09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569" y="4261104"/>
            <a:ext cx="2305519" cy="14996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49240" y="5815584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결과 요약 화면 · 페이지별 스크린샷과 이슈 상세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7" name="Shape 22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8" name="Text 23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눌러보던 페이지 점검을 자동 순회 + AI 시각 분석으로 대체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D986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번외 · 사이드 프로젝트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3291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E3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해리포터 모티브 3D 웹 게임 — 마법학교의 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번외 · ARCANUM : Three.js 기반 1인칭 탐험 게임 · 오리지널 세계관과 절차적 생성 월드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외 학습 목적으로 3D 웹 그래픽과 게임 로직에 도전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도구로 어디까지 만들 수 있는지 직접 검증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결과물이 눈에 보이는 주제로 학습 동기 유지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4526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Three.js 기반 1인칭 탐험 · 절차적 생성 월드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10종 시전, 미니맵 · 목적지 · 기록 시스템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PC(WASD·마우스)와 모바일(터치) 조작 동시 지원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코드로 이어하기, 60FPS 유지 최적화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256032" cy="256032"/>
          </a:xfrm>
          <a:prstGeom prst="ellipse">
            <a:avLst/>
          </a:prstGeom>
          <a:solidFill>
            <a:srgbClr val="12796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학습조직에서 익힌 AI 코딩을 개인 프로젝트로 확장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 → 구현 → 최적화 전 과정을 직접 경험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B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설계·성능 튜닝 감각을 업무 도구 제작에 활용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5498" y="1481328"/>
            <a:ext cx="5431123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0" name="Image 0" descr="/home/claude/deck/shots/p10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650" y="1554480"/>
            <a:ext cx="5284819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77974" y="4187952"/>
            <a:ext cx="2454035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2" name="Image 1" descr="/home/claude/deck/shots/p10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126" y="4261104"/>
            <a:ext cx="2307731" cy="149961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631513" y="4187952"/>
            <a:ext cx="245123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3DF"/>
            </a:solidFill>
            <a:prstDash val="solid"/>
          </a:ln>
          <a:effectLst>
            <a:outerShdw sx="100000" sy="100000" kx="0" ky="0" algn="bl" rotWithShape="0" blurRad="101600" dist="25400" dir="5400000">
              <a:srgbClr val="0F332B">
                <a:alpha val="14000"/>
              </a:srgbClr>
            </a:outerShdw>
          </a:effectLst>
        </p:spPr>
      </p:sp>
      <p:pic>
        <p:nvPicPr>
          <p:cNvPr id="24" name="Image 2" descr="/home/claude/deck/shots/p10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665" y="4261104"/>
            <a:ext cx="2304928" cy="14996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49240" y="5815584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플레이 화면 · 타이틀 화면과 성 안뜰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48640" y="614476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0F332B"/>
          </a:solidFill>
          <a:ln/>
        </p:spPr>
      </p:sp>
      <p:sp>
        <p:nvSpPr>
          <p:cNvPr id="27" name="Shape 22"/>
          <p:cNvSpPr/>
          <p:nvPr/>
        </p:nvSpPr>
        <p:spPr>
          <a:xfrm>
            <a:off x="804672" y="6272784"/>
            <a:ext cx="256032" cy="256032"/>
          </a:xfrm>
          <a:prstGeom prst="ellipse">
            <a:avLst/>
          </a:prstGeom>
          <a:solidFill>
            <a:srgbClr val="D9863B"/>
          </a:solidFill>
          <a:ln/>
        </p:spPr>
      </p:sp>
      <p:sp>
        <p:nvSpPr>
          <p:cNvPr id="28" name="Text 23"/>
          <p:cNvSpPr/>
          <p:nvPr/>
        </p:nvSpPr>
        <p:spPr>
          <a:xfrm>
            <a:off x="804672" y="627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188720" y="6144768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번외 프로젝트 — AI 코딩으로 어디까지 만들 수 있는지 실험한 결과물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127962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2796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먼저 보고, 반복은 코드에 맡긴다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프로젝트의 공통점은 '판단에 쓸 시간을 확보한다'는 것입니다.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3319272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C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B · 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한 곳으로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9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검색·편성·경쟁 데이터를 하나의 화면으로 모아 확인 시간을 줄였습니다.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16552" y="2468880"/>
            <a:ext cx="3319272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C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90872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코드로 고정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0872" y="338328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9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로직을 코드로 옮겨 담당자와 무관하게 동일한 결과가 나오도록 했습니다.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2468880"/>
            <a:ext cx="3319272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A5C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· 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84464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사람보다 먼저 찾기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84464" y="3383280"/>
            <a:ext cx="2770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9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오류·미해결 건을 자동으로 찾아내 사람은 최종 판단만 하면 되도록 했습니다.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: 매칭 정확도 고도화 · 카테고리별 학습 데이터 보강 · 사내 배포 및 사용 확대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9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학습조직 · 프로젝트 공유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학습조직 프로젝트 공유</dc:title>
  <dc:subject>PptxGenJS Presentation</dc:subject>
  <dc:creator>AI 학습조직</dc:creator>
  <cp:lastModifiedBy>AI 학습조직</cp:lastModifiedBy>
  <cp:revision>1</cp:revision>
  <dcterms:created xsi:type="dcterms:W3CDTF">2026-08-12T07:05:44Z</dcterms:created>
  <dcterms:modified xsi:type="dcterms:W3CDTF">2026-08-12T07:05:44Z</dcterms:modified>
</cp:coreProperties>
</file>